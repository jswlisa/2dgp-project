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2FDDB2-6A9E-3EE4-FFF7-8AAB6010A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19C2AF-19CF-27A9-4E21-30A6192409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6B49E6-5F59-CFC3-C6E5-8AC80CFC9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0BFC2-4954-4188-A254-F60592C1D4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0CB5B8-9FA0-FF79-48B2-485FA7F57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359436-70DA-055C-7000-86CAA1F21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A610-69DD-46AD-A01F-0271ACBB3C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214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0D44BE-7549-86B5-8FCD-57D448D7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A7700A-2E7A-BF19-4AFC-57B14A208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67D726-B48F-4342-3D83-D85526643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0BFC2-4954-4188-A254-F60592C1D4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41F112-85CD-DEA4-1565-A72C4F3C9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848E1-57B8-93AF-9774-EB04DD541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A610-69DD-46AD-A01F-0271ACBB3C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62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671A26-D80D-F5B7-713B-953C0BFBE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42DDFD-D3FC-FB8D-A2F2-9FAA9B899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2302B7-C78C-27ED-416E-4407CA19F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0BFC2-4954-4188-A254-F60592C1D4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C01491-DFEF-D20A-322F-5EBE7A9F2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9107A3-99CC-0898-8C6F-BCAA3073C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A610-69DD-46AD-A01F-0271ACBB3C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275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426B4-5484-8AFB-5AFA-F3A8B5088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DFCF0-78C9-0ED7-5CA3-8825CBFBD9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D1E378-9BD2-1AB1-7FAE-FAAB87F3C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2C579D-4919-31F8-AD9A-FFD0A0C92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0BFC2-4954-4188-A254-F60592C1D4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D59733-34C4-71CE-F19E-901719B5C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1696A2-D86E-19C0-4DC2-53086F9D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A610-69DD-46AD-A01F-0271ACBB3C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147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6DBDAE-5FA5-4B4D-558D-58D56F38F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CE6C72-723F-45CB-3EBC-29C6D1566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9A507C-2F3A-5B4C-FED9-DB2CFEB8A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4BF05A7-2DA1-2351-3702-61DAD60C4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26194D6-3893-6C64-BD94-4346BFBA00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66F658-3375-1181-65C1-A0056B194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0BFC2-4954-4188-A254-F60592C1D4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47C92D-335D-EA46-9964-CB6EBE79A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93FAFD-1D19-C55E-115F-1E807EBC5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A610-69DD-46AD-A01F-0271ACBB3C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118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4DE7D6-4FDA-9183-1B02-45576F2BA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FBA3E8A-036A-3E1B-014C-E46787D63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0BFC2-4954-4188-A254-F60592C1D4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D876C9-7FAC-B14B-9B46-24BE9E3E3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1A00A9-F61E-D3A0-5F7F-33A39D3DB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A610-69DD-46AD-A01F-0271ACBB3C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715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1B8D7D-FF4A-194C-7666-FF4BB7014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0BFC2-4954-4188-A254-F60592C1D4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65382BF-3640-1D32-43EF-070B4923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B06721-52EE-9FF4-3AF9-EC59B03E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A610-69DD-46AD-A01F-0271ACBB3C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986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F817FA-D5D2-C378-F4BA-88F31C03A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DFC451-5AE6-40C5-C0C4-2B62BA907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72B3A3-2F92-B986-08E9-01BD6A303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BE4668-4C79-A087-21B2-CB193D49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0BFC2-4954-4188-A254-F60592C1D4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3BB759-4797-FB9E-73D6-B9E7F5670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1E0091-47DF-6CAC-5EB9-DB2098C9E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A610-69DD-46AD-A01F-0271ACBB3C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29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27F331-6150-94B1-E32B-B75655894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E3C4191-76EC-FEFB-809C-884B9B61E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B4BB25-E933-0439-C885-56502DC3F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5DC0D9-0DC4-A47B-82CE-7737E806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0BFC2-4954-4188-A254-F60592C1D4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261019-647C-2E77-5AE6-9A9B879D0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409B3B-CF87-0CBA-C9BC-C33A9927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A610-69DD-46AD-A01F-0271ACBB3C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245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C16A6B-BA96-B947-3E64-29A7E5BB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113CDD-721C-2428-62DA-389A51B53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EF56A6-F35E-3CA7-209B-89AB68B0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0BFC2-4954-4188-A254-F60592C1D4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74DECA-E39A-BA8F-4B83-CE6CB6902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320FDA-BEDF-B76E-79A8-D2C0D883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A610-69DD-46AD-A01F-0271ACBB3C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102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2EFB2CC-C9B2-AECF-CEFB-08DFA4876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E0E57AD-0866-657E-03C1-D8749EFAD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A5480C-EE8A-C07B-59CE-BD75D123F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0BFC2-4954-4188-A254-F60592C1D4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5F35EA-B743-7593-3488-1079C9B4D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1D4596-93A4-1773-8036-FF0A4593C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A610-69DD-46AD-A01F-0271ACBB3C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974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0C8C6D9-6FA3-E9F5-8C0B-4E02B0C71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54B521-FF47-23B5-F8B1-9B34EAB8F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6A334C-C585-66CA-0819-BA9CE756D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50BFC2-4954-4188-A254-F60592C1D4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C45C48-34EC-0F36-EA42-7E0A3A6891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F6804F-E376-221B-B3FB-FD7E6A843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F0A610-69DD-46AD-A01F-0271ACBB3C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56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C9ECD3D-4AB8-6CB7-C145-5D8F9A678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altLang="ko-KR" sz="6600" b="1" dirty="0">
                <a:latin typeface="+mj-ea"/>
              </a:rPr>
              <a:t>2DGP 2</a:t>
            </a:r>
            <a:r>
              <a:rPr lang="ko-KR" altLang="en-US" sz="6600" b="1" dirty="0">
                <a:latin typeface="+mj-ea"/>
              </a:rPr>
              <a:t>차 프로젝트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581471-183F-064D-863A-BBF43C309F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2024184028 </a:t>
            </a:r>
            <a:r>
              <a:rPr lang="ko-KR" altLang="en-US" dirty="0"/>
              <a:t>정소원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81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978837-16DF-3E84-7141-04235E1D1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spc="-150" dirty="0">
                <a:latin typeface="+mj-ea"/>
              </a:rPr>
              <a:t>프로젝트 개발 진행 상황 </a:t>
            </a:r>
            <a:r>
              <a:rPr lang="en-US" altLang="ko-KR" b="1" spc="-150" dirty="0">
                <a:latin typeface="+mj-ea"/>
              </a:rPr>
              <a:t>– </a:t>
            </a:r>
            <a:r>
              <a:rPr lang="ko-KR" altLang="en-US" b="1" spc="-150" dirty="0">
                <a:latin typeface="+mj-ea"/>
              </a:rPr>
              <a:t>평균 </a:t>
            </a:r>
            <a:r>
              <a:rPr lang="en-US" altLang="ko-KR" b="1" spc="-150" dirty="0">
                <a:latin typeface="+mj-ea"/>
              </a:rPr>
              <a:t>87.5%</a:t>
            </a:r>
            <a:r>
              <a:rPr lang="ko-KR" altLang="en-US" b="1" spc="-150" dirty="0">
                <a:latin typeface="+mj-ea"/>
              </a:rPr>
              <a:t>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E0E4CBB-FFCF-9FF0-537D-F4ACFEC24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482651"/>
              </p:ext>
            </p:extLst>
          </p:nvPr>
        </p:nvGraphicFramePr>
        <p:xfrm>
          <a:off x="1107996" y="1967120"/>
          <a:ext cx="9972960" cy="4609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833">
                  <a:extLst>
                    <a:ext uri="{9D8B030D-6E8A-4147-A177-3AD203B41FA5}">
                      <a16:colId xmlns:a16="http://schemas.microsoft.com/office/drawing/2014/main" val="1806499913"/>
                    </a:ext>
                  </a:extLst>
                </a:gridCol>
                <a:gridCol w="664839">
                  <a:extLst>
                    <a:ext uri="{9D8B030D-6E8A-4147-A177-3AD203B41FA5}">
                      <a16:colId xmlns:a16="http://schemas.microsoft.com/office/drawing/2014/main" val="2112921219"/>
                    </a:ext>
                  </a:extLst>
                </a:gridCol>
                <a:gridCol w="6027325">
                  <a:extLst>
                    <a:ext uri="{9D8B030D-6E8A-4147-A177-3AD203B41FA5}">
                      <a16:colId xmlns:a16="http://schemas.microsoft.com/office/drawing/2014/main" val="3361621569"/>
                    </a:ext>
                  </a:extLst>
                </a:gridCol>
                <a:gridCol w="1877963">
                  <a:extLst>
                    <a:ext uri="{9D8B030D-6E8A-4147-A177-3AD203B41FA5}">
                      <a16:colId xmlns:a16="http://schemas.microsoft.com/office/drawing/2014/main" val="2233838272"/>
                    </a:ext>
                  </a:extLst>
                </a:gridCol>
              </a:tblGrid>
              <a:tr h="354575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계획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리소스 수집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626187"/>
                  </a:ext>
                </a:extLst>
              </a:tr>
              <a:tr h="3545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결과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캐릭터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배경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스킬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효과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공격 효과 등 필요한 리소스 수집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100%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55795"/>
                  </a:ext>
                </a:extLst>
              </a:tr>
              <a:tr h="354575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계획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캐릭터 및 배경 이미지 출력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416218"/>
                  </a:ext>
                </a:extLst>
              </a:tr>
              <a:tr h="3545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결과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캐릭터 및 배경 출력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100%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135253"/>
                  </a:ext>
                </a:extLst>
              </a:tr>
              <a:tr h="354575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계획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캐릭터 움직임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스킬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948230"/>
                  </a:ext>
                </a:extLst>
              </a:tr>
              <a:tr h="3545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결과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캐릭터 좌우 이동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점프 및 공격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스킬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100%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099410"/>
                  </a:ext>
                </a:extLst>
              </a:tr>
              <a:tr h="354575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계획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몬스터 움직임 및 공격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516812"/>
                  </a:ext>
                </a:extLst>
              </a:tr>
              <a:tr h="3545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결과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몬스터 출력 및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idle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상태 유지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50%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619068"/>
                  </a:ext>
                </a:extLst>
              </a:tr>
              <a:tr h="3545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600" dirty="0">
                          <a:latin typeface="+mn-lt"/>
                        </a:rPr>
                        <a:t>계획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충돌 체크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036697"/>
                  </a:ext>
                </a:extLst>
              </a:tr>
              <a:tr h="3545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600" dirty="0">
                          <a:latin typeface="+mn-lt"/>
                        </a:rPr>
                        <a:t>계획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스테이지 구성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16044"/>
                  </a:ext>
                </a:extLst>
              </a:tr>
              <a:tr h="3545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600" dirty="0">
                          <a:latin typeface="+mn-lt"/>
                        </a:rPr>
                        <a:t>계획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보스 스테이지 구현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14086"/>
                  </a:ext>
                </a:extLst>
              </a:tr>
              <a:tr h="3545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600" dirty="0">
                          <a:latin typeface="+mn-lt"/>
                        </a:rPr>
                        <a:t>계획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사운드 추가 및 디테일 구현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183648"/>
                  </a:ext>
                </a:extLst>
              </a:tr>
              <a:tr h="3545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9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600" dirty="0">
                          <a:latin typeface="+mn-lt"/>
                        </a:rPr>
                        <a:t>계획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+mn-lt"/>
                        </a:rPr>
                        <a:t>버그 수정 및 점검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521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807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02825BE-6384-FDE7-2404-891ECD452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/>
              <a:t>변경된 내용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27AE9C-8E4A-C858-DE4F-48D3C228E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200" dirty="0"/>
              <a:t>기존 </a:t>
            </a:r>
            <a:r>
              <a:rPr lang="en-US" altLang="ko-KR" sz="2200" dirty="0"/>
              <a:t>: </a:t>
            </a:r>
            <a:r>
              <a:rPr lang="ko-KR" altLang="en-US" sz="2200" dirty="0"/>
              <a:t>캐릭터를 화면에 띄워 마우스로 선택한다</a:t>
            </a:r>
            <a:r>
              <a:rPr lang="en-US" altLang="ko-KR" sz="2200" dirty="0"/>
              <a:t>.</a:t>
            </a:r>
          </a:p>
          <a:p>
            <a:pPr marL="0" indent="0">
              <a:buNone/>
            </a:pPr>
            <a:r>
              <a:rPr lang="ko-KR" altLang="en-US" sz="2200" dirty="0"/>
              <a:t>현재 </a:t>
            </a:r>
            <a:r>
              <a:rPr lang="en-US" altLang="ko-KR" sz="2200" dirty="0"/>
              <a:t>: </a:t>
            </a:r>
            <a:r>
              <a:rPr lang="ko-KR" altLang="en-US" sz="2200" dirty="0"/>
              <a:t>키보드 숫자를 눌러 캐릭터를 선택한다</a:t>
            </a:r>
            <a:r>
              <a:rPr lang="en-US" altLang="ko-KR" sz="2200" dirty="0"/>
              <a:t>.</a:t>
            </a:r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r>
              <a:rPr lang="ko-KR" altLang="en-US" sz="2200" dirty="0"/>
              <a:t>기존 </a:t>
            </a:r>
            <a:r>
              <a:rPr lang="en-US" altLang="ko-KR" sz="2200" dirty="0"/>
              <a:t>: </a:t>
            </a:r>
            <a:r>
              <a:rPr lang="ko-KR" altLang="en-US" sz="2200" dirty="0"/>
              <a:t>상하좌우로 움직이게 한다</a:t>
            </a:r>
            <a:r>
              <a:rPr lang="en-US" altLang="ko-KR" sz="2200" dirty="0"/>
              <a:t>.</a:t>
            </a:r>
          </a:p>
          <a:p>
            <a:pPr marL="0" indent="0">
              <a:buNone/>
            </a:pPr>
            <a:r>
              <a:rPr lang="ko-KR" altLang="en-US" sz="2200" dirty="0"/>
              <a:t>현재 </a:t>
            </a:r>
            <a:r>
              <a:rPr lang="en-US" altLang="ko-KR" sz="2200" dirty="0"/>
              <a:t>: </a:t>
            </a:r>
            <a:r>
              <a:rPr lang="ko-KR" altLang="en-US" sz="2200" dirty="0"/>
              <a:t>좌우로 움직이게 한다</a:t>
            </a:r>
            <a:r>
              <a:rPr lang="en-US" altLang="ko-KR" sz="2200" dirty="0"/>
              <a:t>.</a:t>
            </a: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987006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2080D1F-9D51-8D1F-4F7B-8202ED7AA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b="1" spc="-150" dirty="0" err="1">
                <a:latin typeface="+mj-ea"/>
              </a:rPr>
              <a:t>Github</a:t>
            </a:r>
            <a:r>
              <a:rPr lang="en-US" altLang="ko-KR" b="1" spc="-150" dirty="0">
                <a:latin typeface="+mj-ea"/>
              </a:rPr>
              <a:t> </a:t>
            </a:r>
            <a:r>
              <a:rPr lang="ko-KR" altLang="en-US" b="1" spc="-150" dirty="0" err="1">
                <a:latin typeface="+mj-ea"/>
              </a:rPr>
              <a:t>커밋</a:t>
            </a:r>
            <a:r>
              <a:rPr lang="ko-KR" altLang="en-US" b="1" spc="-150" dirty="0">
                <a:latin typeface="+mj-ea"/>
              </a:rPr>
              <a:t> 통계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74766D-C5A6-85EA-1445-F2BC54EEB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789" y="1966492"/>
            <a:ext cx="9697374" cy="461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812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154</Words>
  <Application>Microsoft Office PowerPoint</Application>
  <PresentationFormat>와이드스크린</PresentationFormat>
  <Paragraphs>49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2DGP 2차 프로젝트 발표</vt:lpstr>
      <vt:lpstr>프로젝트 개발 진행 상황 – 평균 87.5% </vt:lpstr>
      <vt:lpstr>변경된 내용</vt:lpstr>
      <vt:lpstr>Github 커밋 통계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정소원(2024184028)</dc:creator>
  <cp:lastModifiedBy>정소원(2024184028)</cp:lastModifiedBy>
  <cp:revision>1</cp:revision>
  <dcterms:created xsi:type="dcterms:W3CDTF">2025-11-10T06:32:43Z</dcterms:created>
  <dcterms:modified xsi:type="dcterms:W3CDTF">2025-11-10T10:34:02Z</dcterms:modified>
</cp:coreProperties>
</file>